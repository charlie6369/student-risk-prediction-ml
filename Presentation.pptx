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548640"/>
            <a:ext cx="8229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Academic Risk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System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Machine Learning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 Final Year Project  |  </a:t>
            </a:r>
            <a:pPr algn="ctr" indent="0" marL="0">
              <a:buNone/>
            </a:pPr>
            <a:r>
              <a:rPr lang="en-US" sz="14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• Flask • Scikit-learn • SQLite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BDE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 |  2025-26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8412480" cy="7498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Student failures identified ONLY after exams — too late to help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2057400"/>
            <a:ext cx="8412480" cy="7498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10312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Faculty cannot manually track 100+ students across multiple parameters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2926080"/>
            <a:ext cx="8412480" cy="749808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97180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❌  No early warning system exists to flag at-risk students in time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8412480" cy="749808"/>
          </a:xfrm>
          <a:prstGeom prst="rect">
            <a:avLst/>
          </a:prstGeom>
          <a:solidFill>
            <a:srgbClr val="E8F5E9"/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840480"/>
            <a:ext cx="8138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Solution: Use Machine Learning to predict risk EARLY in the semester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8229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Build a student database using SQLite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Perform EDA and generate visualisation charts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 Train ML models (Logistic Regression + Random Forest)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 Deploy model via Flask web application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 Provide faculty dashboard for monitoring students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 Evaluate model with Accuracy, F1, AUC-ROC metrics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097280"/>
            <a:ext cx="6400800" cy="7498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115568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Presentation Layer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1463040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+ CSS — Web form and dashboard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89120" y="182880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1993392"/>
            <a:ext cx="6400800" cy="74980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01168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 Application Layer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63040" y="235915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(Python) — Routes, logic, ML prediction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0" y="272491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371600" y="2889504"/>
            <a:ext cx="6400800" cy="74980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2907792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 ML 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3255264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 Classifier — model.pkl (Scikit-learn)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89120" y="362102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371600" y="3785616"/>
            <a:ext cx="6400800" cy="749808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803904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 Data Layer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151376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 — students.db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3716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3.10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Language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46120" y="1188720"/>
            <a:ext cx="2651760" cy="137160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4612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Flask 3.1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4612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Framework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651760" cy="13716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37160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Scikit-learn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Library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834640"/>
            <a:ext cx="2651760" cy="137160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576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Pandas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6576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Processing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46120" y="2834640"/>
            <a:ext cx="2651760" cy="137160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4612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4612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2834640"/>
            <a:ext cx="2651760" cy="13716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26480" y="30175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Matplotlib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126480" y="356616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Visualisation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Model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Features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508760"/>
            <a:ext cx="3657600" cy="43891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2704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Attendance Percentage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020824"/>
            <a:ext cx="3657600" cy="43891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3911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Study Hours / Day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532888"/>
            <a:ext cx="3657600" cy="43891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55117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Assignments Submitted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3044952"/>
            <a:ext cx="3657600" cy="43891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06324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Internal Exam Marks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557016"/>
            <a:ext cx="3657600" cy="43891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57530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No. of Backlogs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4069080"/>
            <a:ext cx="3657600" cy="43891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87368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Gender (encoded)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0" y="256032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2E75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4023360" cy="22860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137160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 Random Forest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846320" y="2286000"/>
            <a:ext cx="3840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1B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Decision Trees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E1BE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n_estimators = 100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0" y="3657600"/>
            <a:ext cx="1645920" cy="8229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365760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AT RISK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0" y="3657600"/>
            <a:ext cx="1828800" cy="82296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36576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NOT AT RISK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Results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20116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3716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14600" y="1188720"/>
            <a:ext cx="1920240" cy="201168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13716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1460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1920240" cy="20116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3716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66344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12280" y="1188720"/>
            <a:ext cx="1920240" cy="2011680"/>
          </a:xfrm>
          <a:prstGeom prst="rect">
            <a:avLst/>
          </a:prstGeom>
          <a:solidFill>
            <a:srgbClr val="BF360C"/>
          </a:solidFill>
          <a:ln w="12700">
            <a:solidFill>
              <a:srgbClr val="BF360C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12280" y="13716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12280" y="2377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F1-Score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5760" y="338328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Random Forest selected as best model (100% accuracy on test set)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Model correctly predicted all At-Risk and Safe students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Confidence score shown for each prediction (e.g., 100%, 87.5%)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Application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has two main pages: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554480"/>
            <a:ext cx="8412480" cy="1417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Prediction Page (/)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Faculty enters student details → System returns At Risk / Not At Risk with confidence %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3200400"/>
            <a:ext cx="8412480" cy="1417320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29184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Dashboard Page (/dashboard)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794760"/>
            <a:ext cx="8046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all students in a table with risk badges, summary stats (total, at-risk count, safe count)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663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888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run: cd student_project → python app.py → open http://127.0.0.1:5000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 from Data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Importance (Random Forest)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Backlogs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51760" y="1554480"/>
            <a:ext cx="4667098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64578" y="15544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%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51760" y="2194560"/>
            <a:ext cx="4454957" cy="3840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52437" y="219456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278892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 Hours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2834640"/>
            <a:ext cx="4242816" cy="38404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0296" y="28346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7C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342900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Marks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51760" y="3474720"/>
            <a:ext cx="4242816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40296" y="347472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65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" y="4069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4114800"/>
            <a:ext cx="3606394" cy="384048"/>
          </a:xfrm>
          <a:prstGeom prst="rect">
            <a:avLst/>
          </a:prstGeom>
          <a:solidFill>
            <a:srgbClr val="00695C"/>
          </a:solidFill>
          <a:ln w="12700">
            <a:solidFill>
              <a:srgbClr val="0069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3874" y="411480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9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17%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6177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Safe: Attendance 86.5% | Marks 41.2 | Study 4.4hr/day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At-Risk: Attendance 49.7% | Marks 16.8 | Study 1.4hr/day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 ERP/LMS integration for automatic data import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 Email/SMS alerts to faculty and parents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 Role-based login (Admin, Faculty, Student)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 Cloud deployment (AWS / Azure / Heroku)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 Mobile application (Android + iOS)</a:t>
            </a:r>
            <a:endParaRPr lang="en-US" sz="15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➤  Deep Learning models for better accuracy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0CA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Academic Risk Prediction System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2286000"/>
            <a:ext cx="6400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ML model — 100% accuracy
</a:t>
            </a:r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Flask web app with prediction &amp; dashboard
</a:t>
            </a:r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database with student records &amp; history
</a:t>
            </a:r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</a:t>
            </a:r>
            <a:pPr indent="0" marL="0">
              <a:buNone/>
            </a:pPr>
            <a:r>
              <a:rPr lang="en-US" sz="14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data visualisation charts for analysis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MCA Final Year Project  |  Department of Computer Science  |  2025-26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Academic Risk Prediction System</dc:title>
  <dc:subject>PptxGenJS Presentation</dc:subject>
  <dc:creator>PptxGenJS</dc:creator>
  <cp:lastModifiedBy>PptxGenJS</cp:lastModifiedBy>
  <cp:revision>1</cp:revision>
  <dcterms:created xsi:type="dcterms:W3CDTF">2026-02-19T16:06:17Z</dcterms:created>
  <dcterms:modified xsi:type="dcterms:W3CDTF">2026-02-19T16:06:17Z</dcterms:modified>
</cp:coreProperties>
</file>